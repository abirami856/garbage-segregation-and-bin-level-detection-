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40" d="100"/>
          <a:sy n="40" d="100"/>
        </p:scale>
        <p:origin x="-1116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2.png"/><Relationship Id="rId9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3.png"/><Relationship Id="rId18" Type="http://schemas.openxmlformats.org/officeDocument/2006/relationships/image" Target="../media/image3.png"/><Relationship Id="rId3" Type="http://schemas.openxmlformats.org/officeDocument/2006/relationships/image" Target="../media/image23.png"/><Relationship Id="rId21" Type="http://schemas.openxmlformats.org/officeDocument/2006/relationships/image" Target="../media/image6.png"/><Relationship Id="rId7" Type="http://schemas.openxmlformats.org/officeDocument/2006/relationships/image" Target="../media/image19.png"/><Relationship Id="rId12" Type="http://schemas.openxmlformats.org/officeDocument/2006/relationships/image" Target="../media/image12.png"/><Relationship Id="rId17" Type="http://schemas.openxmlformats.org/officeDocument/2006/relationships/image" Target="../media/image2.png"/><Relationship Id="rId25" Type="http://schemas.openxmlformats.org/officeDocument/2006/relationships/image" Target="../media/image35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24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5.png"/><Relationship Id="rId23" Type="http://schemas.openxmlformats.org/officeDocument/2006/relationships/image" Target="../media/image8.png"/><Relationship Id="rId10" Type="http://schemas.openxmlformats.org/officeDocument/2006/relationships/image" Target="../media/image22.png"/><Relationship Id="rId19" Type="http://schemas.openxmlformats.org/officeDocument/2006/relationships/image" Target="../media/image4.png"/><Relationship Id="rId4" Type="http://schemas.openxmlformats.org/officeDocument/2006/relationships/image" Target="../media/image34.png"/><Relationship Id="rId9" Type="http://schemas.openxmlformats.org/officeDocument/2006/relationships/image" Target="../media/image21.png"/><Relationship Id="rId14" Type="http://schemas.openxmlformats.org/officeDocument/2006/relationships/image" Target="../media/image14.png"/><Relationship Id="rId2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17500" cy="334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31900"/>
            <a:ext cx="222250" cy="205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450"/>
            <a:ext cx="920750" cy="3289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384300" cy="322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45100" y="7042150"/>
            <a:ext cx="342900" cy="3244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40350" y="7099300"/>
            <a:ext cx="247650" cy="2057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41850" y="7048500"/>
            <a:ext cx="946150" cy="3238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8300" y="7156450"/>
            <a:ext cx="1409700" cy="3130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7200" y="273050"/>
            <a:ext cx="3943350" cy="151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00" y="0"/>
            <a:ext cx="5905500" cy="4241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82550" y="0"/>
            <a:ext cx="5505450" cy="3937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97250" y="0"/>
            <a:ext cx="2190750" cy="5708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94050" y="0"/>
            <a:ext cx="1638300" cy="3670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28950" y="0"/>
            <a:ext cx="1968500" cy="405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88850" y="0"/>
            <a:ext cx="5657850" cy="831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032500"/>
            <a:ext cx="5670550" cy="4254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330950"/>
            <a:ext cx="5270500" cy="39560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4565650"/>
            <a:ext cx="1955800" cy="5721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0700" y="6597650"/>
            <a:ext cx="1638300" cy="3689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5600" y="6216650"/>
            <a:ext cx="1968500" cy="4070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50" y="9442450"/>
            <a:ext cx="5657850" cy="844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05200" y="3670300"/>
            <a:ext cx="118491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latin typeface="Assistant"/>
              </a:rPr>
              <a:t>GARBAGE </a:t>
            </a:r>
            <a:r>
              <a:rPr lang="en-US" sz="6600" b="1" dirty="0" smtClean="0">
                <a:latin typeface="Assistant"/>
              </a:rPr>
              <a:t>SEGRIGATION </a:t>
            </a:r>
            <a:r>
              <a:rPr lang="en-US" sz="6600" b="1" dirty="0" smtClean="0">
                <a:latin typeface="Assistant"/>
              </a:rPr>
              <a:t>AND BIN LEVEL DETECTION</a:t>
            </a:r>
            <a:endParaRPr lang="en-US" sz="6600" b="1" dirty="0">
              <a:latin typeface="Assista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0730" y="626110"/>
            <a:ext cx="5539978" cy="86177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5600" b="1" spc="-100">
                <a:solidFill>
                  <a:srgbClr val="0D1C38"/>
                </a:solidFill>
                <a:latin typeface="Assistant"/>
              </a:rPr>
              <a:t>INTRODUCTION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2630" y="3169920"/>
            <a:ext cx="150682" cy="7078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600" spc="-100" smtClean="0">
                <a:solidFill>
                  <a:srgbClr val="0D1C38"/>
                </a:solidFill>
                <a:latin typeface="Assistant"/>
              </a:rPr>
              <a:t> </a:t>
            </a:r>
            <a:endParaRPr sz="46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92630" y="3743960"/>
            <a:ext cx="150682" cy="7078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600" spc="-100" smtClean="0">
                <a:solidFill>
                  <a:srgbClr val="0D1C38"/>
                </a:solidFill>
                <a:latin typeface="Assistant"/>
              </a:rPr>
              <a:t> </a:t>
            </a:r>
            <a:endParaRPr sz="46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2630" y="5482590"/>
            <a:ext cx="163506" cy="76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950" spc="-100" smtClean="0">
                <a:solidFill>
                  <a:srgbClr val="0D1C38"/>
                </a:solidFill>
                <a:latin typeface="Assistant"/>
              </a:rPr>
              <a:t> </a:t>
            </a:r>
            <a:endParaRPr sz="495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92630" y="7376159"/>
            <a:ext cx="163506" cy="761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950" spc="-100" smtClean="0">
                <a:solidFill>
                  <a:srgbClr val="0D1C38"/>
                </a:solidFill>
                <a:latin typeface="Assistant"/>
              </a:rPr>
              <a:t> </a:t>
            </a:r>
            <a:endParaRPr sz="495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73530" y="1828800"/>
            <a:ext cx="133230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The main objective of this project is to separate wet and dry waste automatically using sensors and </a:t>
            </a:r>
            <a:r>
              <a:rPr lang="en-US" sz="4800" dirty="0" err="1" smtClean="0"/>
              <a:t>Arduino.This</a:t>
            </a:r>
            <a:r>
              <a:rPr lang="en-US" sz="4800" dirty="0" smtClean="0"/>
              <a:t> system helps to reduce manual work in waste segregation and improves </a:t>
            </a:r>
            <a:r>
              <a:rPr lang="en-US" sz="4800" dirty="0" err="1" smtClean="0"/>
              <a:t>cleanliness.The</a:t>
            </a:r>
            <a:r>
              <a:rPr lang="en-US" sz="4800" dirty="0" smtClean="0"/>
              <a:t> moisture sensor detects whether the waste is wet or dry, and the servo motor directs the waste into the correct </a:t>
            </a:r>
            <a:r>
              <a:rPr lang="en-US" sz="4800" dirty="0" err="1" smtClean="0"/>
              <a:t>compartment.The</a:t>
            </a:r>
            <a:r>
              <a:rPr lang="en-US" sz="4800" dirty="0" smtClean="0"/>
              <a:t> project provides an efficient and eco-friendly waste management solution.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7170" y="875030"/>
            <a:ext cx="10185096" cy="107721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7000" spc="-100">
                <a:solidFill>
                  <a:srgbClr val="000000"/>
                </a:solidFill>
                <a:latin typeface="Roca One Rg"/>
              </a:rPr>
              <a:t>PROBLEM STATEMENT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2020" y="2641537"/>
            <a:ext cx="125362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/>
              <a:t>=&gt; Manual garbage segregation takes more time and effort</a:t>
            </a:r>
            <a:r>
              <a:rPr lang="en-US" sz="4400" dirty="0" smtClean="0"/>
              <a:t>.</a:t>
            </a:r>
            <a:endParaRPr lang="en-US" sz="4400" dirty="0"/>
          </a:p>
        </p:txBody>
      </p:sp>
      <p:sp>
        <p:nvSpPr>
          <p:cNvPr id="17" name="TextBox 16"/>
          <p:cNvSpPr txBox="1"/>
          <p:nvPr/>
        </p:nvSpPr>
        <p:spPr>
          <a:xfrm>
            <a:off x="1993900" y="3860800"/>
            <a:ext cx="14834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Mixing wet and dry waste causes pollution and bad smell.</a:t>
            </a:r>
            <a:endParaRPr lang="en-US" sz="4000" dirty="0"/>
          </a:p>
        </p:txBody>
      </p:sp>
      <p:sp>
        <p:nvSpPr>
          <p:cNvPr id="18" name="TextBox 17"/>
          <p:cNvSpPr txBox="1"/>
          <p:nvPr/>
        </p:nvSpPr>
        <p:spPr>
          <a:xfrm>
            <a:off x="1993900" y="4911864"/>
            <a:ext cx="12973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Improper waste disposal affects the environment.</a:t>
            </a:r>
            <a:endParaRPr lang="en-US" sz="4000" dirty="0"/>
          </a:p>
        </p:txBody>
      </p:sp>
      <p:sp>
        <p:nvSpPr>
          <p:cNvPr id="19" name="TextBox 18"/>
          <p:cNvSpPr txBox="1"/>
          <p:nvPr/>
        </p:nvSpPr>
        <p:spPr>
          <a:xfrm>
            <a:off x="1993900" y="5919420"/>
            <a:ext cx="14114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Existing systems require human involvement for waste separation.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" y="1118870"/>
            <a:ext cx="8322791" cy="88485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5750" spc="-100">
                <a:solidFill>
                  <a:srgbClr val="0E182F"/>
                </a:solidFill>
                <a:latin typeface="Roca One Rg"/>
              </a:rPr>
              <a:t>PROPOSED SOLUTION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3070" y="3379470"/>
            <a:ext cx="12984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spc="-100" smtClean="0">
                <a:solidFill>
                  <a:srgbClr val="000000"/>
                </a:solidFill>
                <a:latin typeface="Assistant"/>
              </a:rPr>
              <a:t> 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37255" y="2684834"/>
            <a:ext cx="14418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=&gt; Use a moisture sensor to detect wet and dry waste.</a:t>
            </a:r>
            <a:endParaRPr lang="en-US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1379295" y="3593475"/>
            <a:ext cx="12531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=&gt; </a:t>
            </a:r>
            <a:r>
              <a:rPr lang="en-US" sz="3600" dirty="0" err="1" smtClean="0"/>
              <a:t>Arduino</a:t>
            </a:r>
            <a:r>
              <a:rPr lang="en-US" sz="3600" dirty="0" smtClean="0"/>
              <a:t> processes the sensor values automatically.</a:t>
            </a:r>
            <a:endParaRPr lang="en-US" sz="3600" dirty="0"/>
          </a:p>
        </p:txBody>
      </p:sp>
      <p:sp>
        <p:nvSpPr>
          <p:cNvPr id="19" name="TextBox 18"/>
          <p:cNvSpPr txBox="1"/>
          <p:nvPr/>
        </p:nvSpPr>
        <p:spPr>
          <a:xfrm>
            <a:off x="1320525" y="4533086"/>
            <a:ext cx="11014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=&gt; Servo motor rotates towards the correct compartment.</a:t>
            </a:r>
            <a:endParaRPr lang="en-US" sz="3600" dirty="0"/>
          </a:p>
        </p:txBody>
      </p:sp>
      <p:sp>
        <p:nvSpPr>
          <p:cNvPr id="21" name="Rectangle 20"/>
          <p:cNvSpPr/>
          <p:nvPr/>
        </p:nvSpPr>
        <p:spPr>
          <a:xfrm>
            <a:off x="1371640" y="5464664"/>
            <a:ext cx="13577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=&gt; Wet waste goes into the wet bin and dry waste goes into the dry bin.</a:t>
            </a:r>
            <a:endParaRPr lang="en-US" sz="3600" dirty="0"/>
          </a:p>
        </p:txBody>
      </p:sp>
      <p:sp>
        <p:nvSpPr>
          <p:cNvPr id="22" name="TextBox 21"/>
          <p:cNvSpPr txBox="1"/>
          <p:nvPr/>
        </p:nvSpPr>
        <p:spPr>
          <a:xfrm>
            <a:off x="1381328" y="6438900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=&gt; The system reduces human effort and improves waste management.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04395" y="611865"/>
            <a:ext cx="8417369" cy="96180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250" spc="-100">
                <a:solidFill>
                  <a:srgbClr val="0D1C38"/>
                </a:solidFill>
                <a:latin typeface="Roca One Rg"/>
              </a:rPr>
              <a:t>COMPONENTS USED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1185" y="1931100"/>
            <a:ext cx="3584892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=&gt; </a:t>
            </a:r>
            <a:r>
              <a:rPr lang="en-US" sz="4000" spc="-100" dirty="0" err="1" smtClean="0">
                <a:solidFill>
                  <a:srgbClr val="0D1C38"/>
                </a:solidFill>
                <a:latin typeface="Assistant"/>
              </a:rPr>
              <a:t>Arduino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 UNO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44090" y="2681355"/>
            <a:ext cx="9320193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4000" spc="-100">
                <a:solidFill>
                  <a:srgbClr val="0D1C38"/>
                </a:solidFill>
                <a:latin typeface="Assistant"/>
              </a:rPr>
              <a:t>=&gt; 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Ultrasonic Sensor (HC-SR04)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83000" y="3453865"/>
            <a:ext cx="5586798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4000" spc="-100" smtClean="0">
                <a:solidFill>
                  <a:srgbClr val="0D1C38"/>
                </a:solidFill>
                <a:latin typeface="Assistant"/>
              </a:rPr>
              <a:t>=&gt;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Moisture Sensor 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1730" y="4192950"/>
            <a:ext cx="5065489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spc="-100" smtClean="0">
                <a:solidFill>
                  <a:srgbClr val="0D1C38"/>
                </a:solidFill>
                <a:latin typeface="Assistant"/>
              </a:rPr>
              <a:t>=&gt;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Servo Motor (SG90)</a:t>
            </a:r>
            <a:r>
              <a:rPr sz="4000" spc="-100" smtClean="0">
                <a:solidFill>
                  <a:srgbClr val="0D1C38"/>
                </a:solidFill>
                <a:latin typeface="Assistant"/>
              </a:rPr>
              <a:t> 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20640" y="5023310"/>
            <a:ext cx="3387146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spc="-100">
                <a:solidFill>
                  <a:srgbClr val="0D1C38"/>
                </a:solidFill>
                <a:latin typeface="Assistant"/>
              </a:rPr>
              <a:t>=&gt; 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Breadboard</a:t>
            </a:r>
            <a:r>
              <a:rPr sz="4000" spc="-100" smtClean="0">
                <a:solidFill>
                  <a:srgbClr val="0D1C38"/>
                </a:solidFill>
                <a:latin typeface="Assistant"/>
              </a:rPr>
              <a:t> 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0640" y="5718810"/>
            <a:ext cx="3845605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spc="-100" smtClean="0">
                <a:solidFill>
                  <a:srgbClr val="0D1C38"/>
                </a:solidFill>
                <a:latin typeface="Assistant"/>
              </a:rPr>
              <a:t>=&gt;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Jumper Wires</a:t>
            </a:r>
            <a:r>
              <a:rPr sz="4000" spc="-100" smtClean="0">
                <a:solidFill>
                  <a:srgbClr val="0D1C38"/>
                </a:solidFill>
                <a:latin typeface="Assistant"/>
              </a:rPr>
              <a:t>  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01185" y="6432090"/>
            <a:ext cx="563936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spc="-100">
                <a:solidFill>
                  <a:srgbClr val="0D1C38"/>
                </a:solidFill>
                <a:latin typeface="Assistant"/>
              </a:rPr>
              <a:t>=&gt; 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Power Supply / Battery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44090" y="7140108"/>
            <a:ext cx="8752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=&gt;Cardboard Dustbin Model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9860" y="774700"/>
            <a:ext cx="218008" cy="100027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500" spc="-100" smtClean="0">
                <a:solidFill>
                  <a:srgbClr val="0D1C38"/>
                </a:solidFill>
                <a:latin typeface="Roca One Rg"/>
              </a:rPr>
              <a:t> </a:t>
            </a:r>
            <a:endParaRPr sz="6500" spc="-100">
              <a:solidFill>
                <a:srgbClr val="0D1C38"/>
              </a:solidFill>
              <a:latin typeface="Roca One Rg"/>
            </a:endParaRPr>
          </a:p>
        </p:txBody>
      </p:sp>
      <p:pic>
        <p:nvPicPr>
          <p:cNvPr id="10" name="Picture 9" descr="WhatsApp Image 2026-05-25 at 10.06.01 PM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247650"/>
            <a:ext cx="18288000" cy="1053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pic>
        <p:nvPicPr>
          <p:cNvPr id="10" name="Picture 9" descr="WhatsApp Image 2026-05-25 at 10.51.27 PM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6700" y="0"/>
            <a:ext cx="18554700" cy="10674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9460" y="588010"/>
            <a:ext cx="14183050" cy="100027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500" spc="-100">
                <a:solidFill>
                  <a:srgbClr val="0D1C38"/>
                </a:solidFill>
                <a:latin typeface="Roca One Rg"/>
              </a:rPr>
              <a:t>PROGRAMING &amp; IMPLEMENTATION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2400" y="2001520"/>
            <a:ext cx="14827250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=&gt; The project is programmed using </a:t>
            </a:r>
            <a:r>
              <a:rPr lang="en-US" sz="4000" spc="-100" dirty="0" err="1" smtClean="0">
                <a:solidFill>
                  <a:srgbClr val="0D1C38"/>
                </a:solidFill>
                <a:latin typeface="Assistant"/>
              </a:rPr>
              <a:t>Arduino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 IDE and Embedded C language.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84300" y="3687435"/>
            <a:ext cx="13721080" cy="13388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=&gt; </a:t>
            </a:r>
            <a:r>
              <a:rPr lang="en-US" sz="4000" spc="-100" dirty="0" err="1" smtClean="0">
                <a:solidFill>
                  <a:srgbClr val="0D1C38"/>
                </a:solidFill>
                <a:latin typeface="Assistant"/>
              </a:rPr>
              <a:t>Arduino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 continuously reads the values from ultrasonic and moisture sensors</a:t>
            </a:r>
            <a:r>
              <a:rPr lang="en-US" sz="4700" spc="-100" dirty="0" smtClean="0">
                <a:solidFill>
                  <a:srgbClr val="0D1C38"/>
                </a:solidFill>
                <a:latin typeface="Assistant"/>
              </a:rPr>
              <a:t>.</a:t>
            </a:r>
            <a:endParaRPr sz="47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37704" y="5432395"/>
            <a:ext cx="13954696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=&gt; Based on the moisture value, the servo motor rotates accordingly.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5740" y="7125970"/>
            <a:ext cx="133629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The complete process works automatically without manual operation.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1770" y="687070"/>
            <a:ext cx="9194697" cy="100027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500" spc="-100">
                <a:solidFill>
                  <a:srgbClr val="0D1C38"/>
                </a:solidFill>
                <a:latin typeface="Roca One Rg"/>
              </a:rPr>
              <a:t>RESULT AND TESTING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2130" y="3200400"/>
            <a:ext cx="10323339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=&gt; Moisture sensor detected the waste </a:t>
            </a:r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correctly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8330" y="4191000"/>
            <a:ext cx="12275796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D1C38"/>
                </a:solidFill>
                <a:latin typeface="Assistant"/>
              </a:rPr>
              <a:t>=&gt; Servo motor rotated properly based on sensor values.</a:t>
            </a:r>
            <a:endParaRPr sz="4000" spc="-100">
              <a:solidFill>
                <a:srgbClr val="0D1C38"/>
              </a:solidFill>
              <a:latin typeface="Assistan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90370" y="2172504"/>
            <a:ext cx="131611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/>
              <a:t>=&gt; The system successfully separated wet and dry waste.</a:t>
            </a:r>
            <a:endParaRPr lang="en-US" sz="4400" dirty="0"/>
          </a:p>
        </p:txBody>
      </p:sp>
      <p:sp>
        <p:nvSpPr>
          <p:cNvPr id="15" name="TextBox 14"/>
          <p:cNvSpPr txBox="1"/>
          <p:nvPr/>
        </p:nvSpPr>
        <p:spPr>
          <a:xfrm>
            <a:off x="1828800" y="5105400"/>
            <a:ext cx="1158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The project worked efficiently during testing.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600" y="477520"/>
            <a:ext cx="5079019" cy="99257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450" spc="-100">
                <a:solidFill>
                  <a:srgbClr val="000000"/>
                </a:solidFill>
                <a:latin typeface="Roca One Rg"/>
              </a:rPr>
              <a:t>ADVANTAGE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510" y="2150110"/>
            <a:ext cx="10304424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Reduces manual effort in waste segregation</a:t>
            </a:r>
            <a:r>
              <a:rPr lang="en-US" sz="4200" spc="-100" dirty="0" smtClean="0">
                <a:solidFill>
                  <a:srgbClr val="000000"/>
                </a:solidFill>
                <a:latin typeface="Assistant"/>
              </a:rPr>
              <a:t>.</a:t>
            </a:r>
            <a:endParaRPr sz="42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4510" y="3122929"/>
            <a:ext cx="8152873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Improves cleanliness and hygiene.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6410" y="4030980"/>
            <a:ext cx="9470541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Eco-friendly waste management system.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5460" y="4819650"/>
            <a:ext cx="81305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Simple and low-cost project.</a:t>
            </a:r>
            <a:endParaRPr lang="en-US" sz="4000" dirty="0"/>
          </a:p>
        </p:txBody>
      </p:sp>
      <p:sp>
        <p:nvSpPr>
          <p:cNvPr id="14" name="TextBox 13"/>
          <p:cNvSpPr txBox="1"/>
          <p:nvPr/>
        </p:nvSpPr>
        <p:spPr>
          <a:xfrm>
            <a:off x="1771650" y="5638800"/>
            <a:ext cx="876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Easy to use and maintain.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9979" y="430530"/>
            <a:ext cx="5185394" cy="100027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500" spc="-100">
                <a:solidFill>
                  <a:srgbClr val="000000"/>
                </a:solidFill>
                <a:latin typeface="Roca One Rg"/>
              </a:rPr>
              <a:t>LIMITATIONS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036" y="2111137"/>
            <a:ext cx="10608673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Sensor readings may vary for some materials.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4729" y="3104713"/>
            <a:ext cx="96896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Requires continuous power supply.</a:t>
            </a:r>
            <a:r>
              <a:rPr sz="4000" spc="-100" smtClean="0">
                <a:solidFill>
                  <a:srgbClr val="000000"/>
                </a:solidFill>
                <a:latin typeface="Assistant"/>
              </a:rPr>
              <a:t> 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61036" y="4120376"/>
            <a:ext cx="12102672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Moisture sensor performance may reduce over time.</a:t>
            </a:r>
            <a:r>
              <a:rPr sz="4000" spc="-100" smtClean="0">
                <a:solidFill>
                  <a:srgbClr val="000000"/>
                </a:solidFill>
                <a:latin typeface="Assistant"/>
              </a:rPr>
              <a:t> 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60600" y="5045214"/>
            <a:ext cx="131267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Suitable mainly for small-scale applications.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46910" y="389890"/>
            <a:ext cx="10714472" cy="99257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450" spc="-100">
                <a:solidFill>
                  <a:srgbClr val="000000"/>
                </a:solidFill>
                <a:latin typeface="Roca One Rg"/>
              </a:rPr>
              <a:t>FUTURE ENHANCEMENTS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8600" y="2180590"/>
            <a:ext cx="5904950" cy="6386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Add GSM alert system.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8600" y="3245247"/>
            <a:ext cx="10197600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Add </a:t>
            </a:r>
            <a:r>
              <a:rPr lang="en-US" sz="4000" spc="-100" dirty="0" err="1" smtClean="0">
                <a:solidFill>
                  <a:srgbClr val="000000"/>
                </a:solidFill>
                <a:latin typeface="Assistant"/>
              </a:rPr>
              <a:t>IoT</a:t>
            </a:r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 monitoring using mobile application.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66008" y="4372173"/>
            <a:ext cx="1201508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=&gt; Improve segregation using AI and image processing.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66008" y="5619750"/>
            <a:ext cx="13296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=&gt; Increase the number of waste categories.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0" y="0"/>
            <a:ext cx="996950" cy="467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6800" y="0"/>
            <a:ext cx="1981200" cy="643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19750"/>
            <a:ext cx="100965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860800"/>
            <a:ext cx="1993900" cy="642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" y="323850"/>
            <a:ext cx="5820504" cy="99257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6450" spc="-100">
                <a:solidFill>
                  <a:srgbClr val="0D1C38"/>
                </a:solidFill>
                <a:latin typeface="Roca One Rg"/>
              </a:rPr>
              <a:t>CONCLUSION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1810" y="2070100"/>
            <a:ext cx="13839190" cy="5536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Symbol"/>
              <a:buChar char="Þ"/>
            </a:pPr>
            <a:r>
              <a:rPr lang="en-US" sz="4000" dirty="0" smtClean="0"/>
              <a:t>This </a:t>
            </a:r>
            <a:r>
              <a:rPr lang="en-US" sz="4000" dirty="0" smtClean="0"/>
              <a:t>project provides an effective method for automatic waste segregation</a:t>
            </a:r>
            <a:r>
              <a:rPr lang="en-US" sz="4000" dirty="0" smtClean="0"/>
              <a:t>.</a:t>
            </a:r>
          </a:p>
          <a:p>
            <a:pPr>
              <a:lnSpc>
                <a:spcPct val="150000"/>
              </a:lnSpc>
              <a:buFont typeface="Symbol"/>
              <a:buChar char="Þ"/>
            </a:pPr>
            <a:r>
              <a:rPr lang="en-US" sz="4000" dirty="0" smtClean="0"/>
              <a:t>It </a:t>
            </a:r>
            <a:r>
              <a:rPr lang="en-US" sz="4000" dirty="0" smtClean="0"/>
              <a:t>reduces human effort and helps maintain cleanliness</a:t>
            </a:r>
            <a:r>
              <a:rPr lang="en-US" sz="4000" dirty="0" smtClean="0"/>
              <a:t>.</a:t>
            </a:r>
          </a:p>
          <a:p>
            <a:pPr>
              <a:lnSpc>
                <a:spcPct val="150000"/>
              </a:lnSpc>
              <a:buFont typeface="Symbol"/>
              <a:buChar char="Þ"/>
            </a:pPr>
            <a:r>
              <a:rPr lang="en-US" sz="4000" dirty="0" smtClean="0"/>
              <a:t>The </a:t>
            </a:r>
            <a:r>
              <a:rPr lang="en-US" sz="4000" dirty="0" smtClean="0"/>
              <a:t>system is simple, cost-effective, and environmentally friendly</a:t>
            </a:r>
            <a:r>
              <a:rPr lang="en-US" sz="4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=&gt; Overall, it is a smart solution for modern waste management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32500"/>
            <a:ext cx="5670550" cy="4254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30950"/>
            <a:ext cx="5270500" cy="3956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565650"/>
            <a:ext cx="1955800" cy="5721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00" y="6597650"/>
            <a:ext cx="1638300" cy="3689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600" y="6216650"/>
            <a:ext cx="1968500" cy="4070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" y="9442450"/>
            <a:ext cx="5657850" cy="844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82500" y="0"/>
            <a:ext cx="5905500" cy="4241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82550" y="0"/>
            <a:ext cx="5505450" cy="3937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97250" y="0"/>
            <a:ext cx="2190750" cy="5708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94050" y="0"/>
            <a:ext cx="1638300" cy="3670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28950" y="0"/>
            <a:ext cx="1968500" cy="405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388850" y="0"/>
            <a:ext cx="5657850" cy="831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317500" cy="3340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31900"/>
            <a:ext cx="222250" cy="20510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44450"/>
            <a:ext cx="920750" cy="3289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1384300" cy="3225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945100" y="7042150"/>
            <a:ext cx="342900" cy="32448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040350" y="7099300"/>
            <a:ext cx="247650" cy="2057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341850" y="7048500"/>
            <a:ext cx="946150" cy="3238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878300" y="7156450"/>
            <a:ext cx="1409700" cy="3130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84090" y="1174750"/>
            <a:ext cx="6174740" cy="7493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200" spc="-100">
                <a:solidFill>
                  <a:srgbClr val="000000"/>
                </a:solidFill>
                <a:latin typeface="Roca One Rg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5900" y="3073400"/>
            <a:ext cx="5528309" cy="4737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5200" spc="-100">
                <a:solidFill>
                  <a:srgbClr val="000000"/>
                </a:solidFill>
                <a:latin typeface="Roca One Rg"/>
              </a:rPr>
              <a:t>TEAM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3863" y="4655619"/>
            <a:ext cx="2606483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ABIRAMI B 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37900" y="5345430"/>
            <a:ext cx="4922823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KOLAMGIRI SURESH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196117" y="6107430"/>
            <a:ext cx="3156057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KOWSALYA R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57015" y="6825590"/>
            <a:ext cx="4512389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4000" spc="-100" dirty="0" smtClean="0">
                <a:solidFill>
                  <a:srgbClr val="000000"/>
                </a:solidFill>
                <a:latin typeface="Assistant"/>
              </a:rPr>
              <a:t>KRISHNA PRIYA RS</a:t>
            </a:r>
            <a:endParaRPr sz="4000" spc="-100">
              <a:solidFill>
                <a:srgbClr val="000000"/>
              </a:solidFill>
              <a:latin typeface="Assistant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3850" y="203200"/>
            <a:ext cx="3943350" cy="1524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9865" y="7487310"/>
            <a:ext cx="5778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ssistant"/>
              </a:rPr>
              <a:t>MOHAMED GHOUSE U</a:t>
            </a:r>
            <a:endParaRPr lang="en-US" sz="4000" dirty="0">
              <a:latin typeface="Assistan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18915" y="8142451"/>
            <a:ext cx="5446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ssistant"/>
              </a:rPr>
              <a:t>NABIL BASHA A</a:t>
            </a:r>
            <a:endParaRPr lang="en-US" sz="4000" dirty="0">
              <a:latin typeface="Assista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462</Words>
  <Application>Microsoft Macintosh PowerPoint</Application>
  <PresentationFormat>Custom</PresentationFormat>
  <Paragraphs>68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Sasirekha</dc:creator>
  <dc:description>generated using python-pptx</dc:description>
  <cp:lastModifiedBy>DELL</cp:lastModifiedBy>
  <cp:revision>4</cp:revision>
  <dcterms:created xsi:type="dcterms:W3CDTF">2013-01-27T09:14:16Z</dcterms:created>
  <dcterms:modified xsi:type="dcterms:W3CDTF">2026-05-25T17:30:42Z</dcterms:modified>
</cp:coreProperties>
</file>